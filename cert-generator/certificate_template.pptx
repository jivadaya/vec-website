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0A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254" y="-17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ertificate of value education&#10;&#10;AI-generated content may be incorrect.">
            <a:extLst>
              <a:ext uri="{FF2B5EF4-FFF2-40B4-BE49-F238E27FC236}">
                <a16:creationId xmlns:a16="http://schemas.microsoft.com/office/drawing/2014/main" id="{22B75A14-AA7C-897E-B2ED-D00AB6DF41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718"/>
            <a:ext cx="9144000" cy="6467008"/>
          </a:xfrm>
          <a:prstGeom prst="rect">
            <a:avLst/>
          </a:prstGeom>
        </p:spPr>
      </p:pic>
      <p:sp>
        <p:nvSpPr>
          <p:cNvPr id="10" name="NAME_PH">
            <a:extLst>
              <a:ext uri="{FF2B5EF4-FFF2-40B4-BE49-F238E27FC236}">
                <a16:creationId xmlns:a16="http://schemas.microsoft.com/office/drawing/2014/main" id="{1734895F-C86D-AE86-569F-ABE0AC5F05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5434" y="3147489"/>
            <a:ext cx="3586076" cy="280686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 b="0" spc="0" baseline="0">
                <a:solidFill>
                  <a:srgbClr val="560A03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 err="1"/>
              <a:t>Lawkush</a:t>
            </a:r>
            <a:r>
              <a:rPr lang="en-US" dirty="0"/>
              <a:t> </a:t>
            </a:r>
            <a:r>
              <a:rPr lang="en-US" dirty="0" err="1"/>
              <a:t>kumar</a:t>
            </a:r>
            <a:endParaRPr lang="en-US" dirty="0"/>
          </a:p>
        </p:txBody>
      </p:sp>
      <p:sp>
        <p:nvSpPr>
          <p:cNvPr id="12" name="SCHOOL_PH">
            <a:extLst>
              <a:ext uri="{FF2B5EF4-FFF2-40B4-BE49-F238E27FC236}">
                <a16:creationId xmlns:a16="http://schemas.microsoft.com/office/drawing/2014/main" id="{8AA4C3D6-CAB4-3CED-C7CA-FF330C6678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85919" y="3451175"/>
            <a:ext cx="4257041" cy="2493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rgbClr val="560A03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ISKCON NVCC Temple</a:t>
            </a:r>
          </a:p>
        </p:txBody>
      </p:sp>
      <p:sp>
        <p:nvSpPr>
          <p:cNvPr id="5" name="YEAR_PH">
            <a:extLst>
              <a:ext uri="{FF2B5EF4-FFF2-40B4-BE49-F238E27FC236}">
                <a16:creationId xmlns:a16="http://schemas.microsoft.com/office/drawing/2014/main" id="{2E496649-AD9F-4BC7-EEF8-15AA87E263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35521" y="4102100"/>
            <a:ext cx="1107440" cy="228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300">
                <a:solidFill>
                  <a:srgbClr val="560A03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2025-2026</a:t>
            </a:r>
          </a:p>
        </p:txBody>
      </p:sp>
      <p:sp>
        <p:nvSpPr>
          <p:cNvPr id="3" name="CLASS_PH">
            <a:extLst>
              <a:ext uri="{FF2B5EF4-FFF2-40B4-BE49-F238E27FC236}">
                <a16:creationId xmlns:a16="http://schemas.microsoft.com/office/drawing/2014/main" id="{F580464F-29D3-8457-83D3-897C20F895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8498" y="3854350"/>
            <a:ext cx="543561" cy="169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300">
                <a:solidFill>
                  <a:srgbClr val="560A03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" name="GRADE_PH">
            <a:extLst>
              <a:ext uri="{FF2B5EF4-FFF2-40B4-BE49-F238E27FC236}">
                <a16:creationId xmlns:a16="http://schemas.microsoft.com/office/drawing/2014/main" id="{872FF048-1BAE-6DC8-2FEE-6555715177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4500" y="3774848"/>
            <a:ext cx="2817494" cy="169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300">
                <a:solidFill>
                  <a:srgbClr val="560A03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Secured A+</a:t>
            </a:r>
          </a:p>
        </p:txBody>
      </p:sp>
      <p:sp>
        <p:nvSpPr>
          <p:cNvPr id="4" name="CODE_PH">
            <a:extLst>
              <a:ext uri="{FF2B5EF4-FFF2-40B4-BE49-F238E27FC236}">
                <a16:creationId xmlns:a16="http://schemas.microsoft.com/office/drawing/2014/main" id="{48EE6608-2DFF-11A0-7684-EE048A126D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62979" y="5923784"/>
            <a:ext cx="2216150" cy="2587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solidFill>
                  <a:srgbClr val="560A03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VE89AS5695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28FE3A-E553-CEBE-3297-C0F7BCAFC3F7}"/>
              </a:ext>
            </a:extLst>
          </p:cNvPr>
          <p:cNvSpPr txBox="1"/>
          <p:nvPr userDrawn="1"/>
        </p:nvSpPr>
        <p:spPr>
          <a:xfrm>
            <a:off x="3768436" y="4462385"/>
            <a:ext cx="12836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0A0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District / Region: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F70616-5B61-E3FA-A442-BB4FDEEF6A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51425" y="4522788"/>
            <a:ext cx="1284288" cy="169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853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832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Roboto</vt:lpstr>
      <vt:lpstr>Times New Roman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Ujjwal Nilamani Das</dc:creator>
  <cp:lastModifiedBy>Ujjwal Nilamani Das</cp:lastModifiedBy>
  <cp:revision>22</cp:revision>
  <dcterms:created xsi:type="dcterms:W3CDTF">2026-02-05T05:16:34Z</dcterms:created>
  <dcterms:modified xsi:type="dcterms:W3CDTF">2026-02-07T09:19:42Z</dcterms:modified>
</cp:coreProperties>
</file>