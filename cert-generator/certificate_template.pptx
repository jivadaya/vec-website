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60A0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4995" autoAdjust="0"/>
    <p:restoredTop sz="94660"/>
  </p:normalViewPr>
  <p:slideViewPr>
    <p:cSldViewPr snapToGrid="0">
      <p:cViewPr>
        <p:scale>
          <a:sx n="150" d="100"/>
          <a:sy n="150" d="100"/>
        </p:scale>
        <p:origin x="-466" y="-13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certificate of value education&#10;&#10;AI-generated content may be incorrect.">
            <a:extLst>
              <a:ext uri="{FF2B5EF4-FFF2-40B4-BE49-F238E27FC236}">
                <a16:creationId xmlns:a16="http://schemas.microsoft.com/office/drawing/2014/main" id="{22B75A14-AA7C-897E-B2ED-D00AB6DF41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95496"/>
            <a:ext cx="9144000" cy="6467008"/>
          </a:xfrm>
          <a:prstGeom prst="rect">
            <a:avLst/>
          </a:prstGeom>
        </p:spPr>
      </p:pic>
      <p:sp>
        <p:nvSpPr>
          <p:cNvPr id="10" name="NAME_PH">
            <a:extLst>
              <a:ext uri="{FF2B5EF4-FFF2-40B4-BE49-F238E27FC236}">
                <a16:creationId xmlns:a16="http://schemas.microsoft.com/office/drawing/2014/main" id="{1734895F-C86D-AE86-569F-ABE0AC5F05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85434" y="3147489"/>
            <a:ext cx="3586076" cy="280686"/>
          </a:xfrm>
          <a:prstGeom prst="rect">
            <a:avLst/>
          </a:prstGeom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2000" b="0" spc="0" baseline="0">
                <a:solidFill>
                  <a:srgbClr val="560A0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2" name="SCHOOL_PH">
            <a:extLst>
              <a:ext uri="{FF2B5EF4-FFF2-40B4-BE49-F238E27FC236}">
                <a16:creationId xmlns:a16="http://schemas.microsoft.com/office/drawing/2014/main" id="{8AA4C3D6-CAB4-3CED-C7CA-FF330C66782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185920" y="3451175"/>
            <a:ext cx="2972434" cy="2493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sz="2000">
                <a:solidFill>
                  <a:srgbClr val="560A03"/>
                </a:solidFill>
                <a:latin typeface="Adobe Arabic" panose="02040503050201020203" pitchFamily="18" charset="-78"/>
                <a:ea typeface="Kozuka Mincho Pro L" panose="02020300000000000000" pitchFamily="18" charset="-128"/>
                <a:cs typeface="Adobe Arabic" panose="02040503050201020203" pitchFamily="18" charset="-78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5" name="YEAR_PH">
            <a:extLst>
              <a:ext uri="{FF2B5EF4-FFF2-40B4-BE49-F238E27FC236}">
                <a16:creationId xmlns:a16="http://schemas.microsoft.com/office/drawing/2014/main" id="{2E496649-AD9F-4BC7-EEF8-15AA87E263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335521" y="4102100"/>
            <a:ext cx="1107440" cy="2286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sz="2000">
                <a:solidFill>
                  <a:srgbClr val="560A03"/>
                </a:solidFill>
                <a:latin typeface="Adobe Arabic" panose="02040503050201020203" pitchFamily="18" charset="-78"/>
                <a:cs typeface="Adobe Arabic" panose="02040503050201020203" pitchFamily="18" charset="-78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3" name="CLASS_PH">
            <a:extLst>
              <a:ext uri="{FF2B5EF4-FFF2-40B4-BE49-F238E27FC236}">
                <a16:creationId xmlns:a16="http://schemas.microsoft.com/office/drawing/2014/main" id="{F580464F-29D3-8457-83D3-897C20F8956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08498" y="3774848"/>
            <a:ext cx="543561" cy="1698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rgbClr val="560A03"/>
                </a:solidFill>
                <a:latin typeface="Adobe Arabic" panose="02040503050201020203" pitchFamily="18" charset="-78"/>
                <a:ea typeface="Calibri" panose="020F0502020204030204" pitchFamily="34" charset="0"/>
                <a:cs typeface="Adobe Arabic" panose="02040503050201020203" pitchFamily="18" charset="-78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6" name="GRADE_PH">
            <a:extLst>
              <a:ext uri="{FF2B5EF4-FFF2-40B4-BE49-F238E27FC236}">
                <a16:creationId xmlns:a16="http://schemas.microsoft.com/office/drawing/2014/main" id="{872FF048-1BAE-6DC8-2FEE-65557151771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524500" y="3774848"/>
            <a:ext cx="2817494" cy="1698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sz="2000">
                <a:solidFill>
                  <a:srgbClr val="560A03"/>
                </a:solidFill>
                <a:latin typeface="Adobe Arabic" panose="02040503050201020203" pitchFamily="18" charset="-78"/>
                <a:ea typeface="Kozuka Mincho Pro L" panose="02020300000000000000" pitchFamily="18" charset="-128"/>
                <a:cs typeface="Adobe Arabic" panose="02040503050201020203" pitchFamily="18" charset="-78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4" name="CODE_PH">
            <a:extLst>
              <a:ext uri="{FF2B5EF4-FFF2-40B4-BE49-F238E27FC236}">
                <a16:creationId xmlns:a16="http://schemas.microsoft.com/office/drawing/2014/main" id="{48EE6608-2DFF-11A0-7684-EE048A126D1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662979" y="5923784"/>
            <a:ext cx="2216150" cy="258763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>
                <a:solidFill>
                  <a:srgbClr val="560A0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88537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88324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76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Adobe Arabic</vt:lpstr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Ujjwal Nilamani Das</dc:creator>
  <cp:lastModifiedBy>Ujjwal Nilamani Das</cp:lastModifiedBy>
  <cp:revision>19</cp:revision>
  <dcterms:created xsi:type="dcterms:W3CDTF">2026-02-05T05:16:34Z</dcterms:created>
  <dcterms:modified xsi:type="dcterms:W3CDTF">2026-02-05T12:50:32Z</dcterms:modified>
</cp:coreProperties>
</file>